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KARNATAKA STATE POLICE DATATHON 2026 | HACK2SKILL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NeuralKSP</a:t>
            </a:r>
          </a:p>
          <a:p>
            <a:pPr>
              <a:defRPr sz="2200" b="1">
                <a:solidFill>
                  <a:srgbClr val="A855F7"/>
                </a:solidFill>
              </a:defRPr>
            </a:pPr>
            <a:r>
              <a:t>AI-Powered Criminal Intelligence &amp; Predictive Policing Platform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Bilingual Link Analysis Graph • 12-Hour Peak Window Forecasting • Automated Station Briefings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62895" cy="1097280"/>
          </a:xfrm>
          <a:prstGeom prst="roundRect">
            <a:avLst/>
          </a:prstGeom>
          <a:solidFill>
            <a:srgbClr val="151D2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🌐 Deployment: Zoho Catalyst Hosting  |  🔗 Live URL: https://neuralksp-datathon2026.catalystserverless.in</a:t>
            </a:r>
            <a:br/>
            <a:r>
              <a:t>🗣️ Languages: English &amp; Kannada (ಕನ್ನಡ) 100% Transliteration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HACK2SKILL • KSP DATATHON 2026 OFFICIAL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Problem Statement &amp; Existing Gap in Law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📂 Fragmented FIR Data Silos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Millions of crime records across 31 Karnataka districts stored in static databases, preventing real-time cross-district gang link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🗣️ Language &amp; Accessibility Barrier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Field constables and station officers need instant bilingual access (English &amp; Kannada script) without complex SQL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⏱️ Manual Criminal Link Tracing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Investigating multi-hop criminal syndicates relies on paper dossiers, taking days to identify ringleaders and associates.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🕒 Lack of Temporal Peak Window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Patrol force deployment relies on fixed shifts rather than predictive 12-hour AM/PM peak crime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HACK2SKILL • KSP DATATHON 2026 OFFICIAL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Proposed Solution: NeuralKSP Platform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🕸️ D3 Force-Directed Link Graph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Maps 300+ accused nodes, centrality kingpins (Rekha Naik, Basavaraj Kumar), &amp; Pathfinder shortest-path tracer.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⏰ Predictive Crime Pulse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Formats peak crime windows into 12-Hour AM/PM times (8:00 PM – 11:00 PM) with D3 weekly rhythm heatmaps.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📑 Automated Intelligence Briefings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Generates official confidential police briefing reports with 4 interactive tabs and 1-click PDF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51D2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🗣️ 100% Bilingual Support (ಕನ್ನಡ)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Translates all graph nodes (ವೆಂಕಟೇಶ್ ಗೌಡ), KPI cards, anomaly alerts, and briefing directives into Kannada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HACK2SKILL • KSP DATATHON 2026 OFFICIAL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51D2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• Frontend Stack: HTML5, ES6+ Vanilla JavaScript, Custom Glassmorphism Design Token System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Data Visualization: D3.js v7 (Force-Directed Criminal Graphs &amp; Interactive Weekly Heatmaps), Lucide Icons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Cloud Deployment: Zoho Catalyst Serverless App Hosting (Deployed via zcatalyst-cli, client/ directory layout)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Quality Assurance: Playwright End-to-End Automated Testing across Dark &amp; Light themes in EN &amp; KN languages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Performance: Zero heavy framework overhead, 60 FPS graph animation, 100% offline-first capable client rendering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HACK2SKILL • KSP DATATHON 2026 OFFICIAL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Feasibility, Real-World KSP Impact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51D2C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⚡ 95% Faster Link Analysis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Reduces criminal syndicate discovery and gang leader profiling from days to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51D2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📱 Field Constable Ready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Zero learning curve; works on mobile phones, tablets, and police station workstations.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51D2C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💰 Zero Infra Cost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Deployed on Zoho Catalyst serverless hosting for maximum scalability and zero cloud maintenance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HACK2SKILL • KSP DATATHON 2026 OFFICIAL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Working Prototype Demo &amp; Hackathon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51D2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🌟 Live Application Features &amp; Working Verification:</a:t>
            </a:r>
            <a:br/>
          </a:p>
          <a:p>
            <a:pPr>
              <a:defRPr sz="1400" b="1">
                <a:solidFill>
                  <a:srgbClr val="00F0FF"/>
                </a:solidFill>
              </a:defRPr>
            </a:pPr>
            <a:r>
              <a:t>• 🌐 Live Catalyst URL: https://neuralksp-datathon2026.catalystserverless.in</a:t>
            </a:r>
          </a:p>
          <a:p>
            <a:pPr>
              <a:defRPr sz="1400" b="1">
                <a:solidFill>
                  <a:srgbClr val="00F0FF"/>
                </a:solidFill>
              </a:defRPr>
            </a:pPr>
            <a:r>
              <a:t>• 🏠 Local Application Server: http://localhost:8080</a:t>
            </a:r>
          </a:p>
          <a:p>
            <a:pPr>
              <a:defRPr sz="1400" b="1">
                <a:solidFill>
                  <a:srgbClr val="00F0FF"/>
                </a:solidFill>
              </a:defRPr>
            </a:pPr>
            <a:r>
              <a:t>• 📊 Verified Views: Dashboard, Network Intel, Crime Pulse, AI Assistant, Briefings</a:t>
            </a:r>
          </a:p>
          <a:p>
            <a:pPr>
              <a:defRPr sz="1400" b="1">
                <a:solidFill>
                  <a:srgbClr val="00F0FF"/>
                </a:solidFill>
              </a:defRPr>
            </a:pPr>
            <a:r>
              <a:t>• 🗣️ Languages: English &amp; Kannada (ಕನ್ನಡ) — 100% full transliteration across all views</a:t>
            </a:r>
          </a:p>
          <a:p>
            <a:pPr>
              <a:defRPr sz="1400" b="1">
                <a:solidFill>
                  <a:srgbClr val="00F0FF"/>
                </a:solidFill>
              </a:defRPr>
            </a:pPr>
            <a:r>
              <a:t>• 🎨 Themes: Cyber Dark Mode &amp; High-Contrast Crisp Light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