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size: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55" name="TextBox 5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Team Name: NeuralKSP Team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Team Leader Name: Ramanathan Manikandan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Team Size: 4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Problem Statement: NeuralKSP — AI-Powered Criminal Intelligence &amp; Predictive Policing Platform for Karnataka State Police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Live Production URL: https://datathon-60080173971.development.catalystserverless.in/app/index.html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  <p:sp>
        <p:nvSpPr>
          <p:cNvPr id="61" name="TextBox 60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NeuralKSP is an integrated web-based criminal intelligence platform designed for the Karnataka State Police (KSP) and State Crime Records Bureau (SCRB).</a:t>
            </a:r>
            <a:br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Key Platform Capabilities:</a:t>
            </a:r>
            <a:br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D3.js 60 FPS Criminal Network Link Graph: Interactive graph mapping 300+ accused nodes and 75+ FIR edges across districts.</a:t>
            </a:r>
            <a:br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Kingpin Centrality Scoring: Automatically highlights criminal ringleaders (Rekha Naik, Basavaraj Kumar).</a:t>
            </a:r>
            <a:br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Pathfinder Link Connection Tracer: Calculates shortest connection paths between any selected suspects.</a:t>
            </a:r>
            <a:br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Predictive Crime Pulse Engine: 12-Hour AM/PM peak crime window forecasting (8:00 PM – 11:00 PM) with patrol force allocation.</a:t>
            </a:r>
            <a:br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Automated Station Briefings: Official confidential police briefings with 4 interactive tabs and 1-click PDF export.</a:t>
            </a:r>
            <a:br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100% Native Kannada Support (ಕನ್ನಡ): Transliterates all suspect names (ವೆಂಕಟೇಶ್ ಗೌಡ), districts, tables, and alert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How different is it from existing ideas?</a:t>
            </a:r>
            <a:br/>
            <a:r>
              <a:t>Unlike static database lookup interfaces, NeuralKSP provides automated multi-hop criminal network link tracing, degree centrality ringleader detection, and 100% native Kannada script suspect transliteration.</a:t>
            </a:r>
            <a:br/>
            <a:br/>
            <a:r>
              <a:t>• How will it solve the problem?</a:t>
            </a:r>
            <a:br/>
            <a:r>
              <a:t>Reduces criminal syndicate discovery time by 95%, enables beat constables to access real-time intelligence on mobile devices in native Kannada, and replaces fixed patrol shifts with predictive 12-hour peak crime window forecasts.</a:t>
            </a:r>
            <a:br/>
            <a:br/>
            <a:r>
              <a:t>• USP of the Proposed Solution:</a:t>
            </a:r>
            <a:br/>
            <a:r>
              <a:t>100% native bilingual English &amp; Kannada script support + Pathfinder shortest link tracer (ACC-XXXX) + Zero cloud infrastructure overhead with Zoho Catalyst serverless hosting.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  <p:sp>
        <p:nvSpPr>
          <p:cNvPr id="73" name="TextBox 7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1. D3.js 60 FPS Criminal Network Link Graph (300+ accused nodes, 75+ FIR edges).</a:t>
            </a:r>
            <a:br/>
            <a:r>
              <a:t>2. Kingpin Degree Centrality Detection (Rekha Naik, Basavaraj Kumar).</a:t>
            </a:r>
            <a:br/>
            <a:r>
              <a:t>3. Pathfinder Shortest Link Connection Tracer between any two selected suspects.</a:t>
            </a:r>
            <a:br/>
            <a:r>
              <a:t>4. Predictive Crime Pulse with 12-Hour AM/PM Peak Crime Window Forecasting (8:00 PM – 11:00 PM).</a:t>
            </a:r>
            <a:br/>
            <a:r>
              <a:t>5. Automated Confidential Station Intelligence Briefings Generator with 1-Click PDF Export.</a:t>
            </a:r>
            <a:br/>
            <a:r>
              <a:t>6. 100% Native Kannada Script Transliteration across nodes, KPI cards, tables, and directives.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  <p:sp>
        <p:nvSpPr>
          <p:cNvPr id="79" name="TextBox 78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SYSTEM PROCESS FLOW:</a:t>
            </a:r>
            <a:br/>
            <a:r>
              <a:t>[ Raw FIR Records &amp; Accused Profiles ] ➔ [ Data Processing &amp; Degree Centrality Scoring ] ➔ [ D3 Force Graph &amp; Temporal Pulse Engine ] ➔ [ Bilingual AI &amp; Briefing Generator ] ➔ [ Actionable Mobile &amp; Workstation Output ]</a:t>
            </a:r>
            <a:br/>
            <a:br/>
            <a:r>
              <a:t>USE-CASE WORKFLOW BY PERSONA:</a:t>
            </a:r>
            <a:br/>
            <a:r>
              <a:t>• Command Center Leadership: Monitors statewide KPI cards, high-risk syndicate alerts, and district crime concentration maps.</a:t>
            </a:r>
            <a:br/>
            <a:r>
              <a:t>• Police Station Inspector: Generates daily automated station briefings and schedules 12-hour AM/PM patrol shift deployments.</a:t>
            </a:r>
            <a:br/>
            <a:r>
              <a:t>• Beat Constable / Field Officer: Queries suspect dossiers on smartphones in native Kannada script and traces shortest link connections.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  <p:sp>
        <p:nvSpPr>
          <p:cNvPr id="85" name="TextBox 8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RESPONSIVE GLASSMORPHISM UI DESIGN SYSTEM:</a:t>
            </a:r>
            <a:br/>
            <a:br/>
            <a:r>
              <a:t>• Top Navigation Bar: Global search bar, Cyber Dark / Light theme toggle, EN/KN language toggle, &amp; Anomaly alert badge.</a:t>
            </a:r>
            <a:br/>
            <a:r>
              <a:t>• Responsive Mobile Drawer: Slide-out drawer with header Close button (X) and translucent backdrop overlay (backdrop-filter: blur(4px)).</a:t>
            </a:r>
            <a:br/>
            <a:r>
              <a:t>• Modular Grid Layout: Dynamic CSS flexbox/grid system supporting D3 graph canvas, Chart.js trends, &amp; briefing document tabs.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  <p:sp>
        <p:nvSpPr>
          <p:cNvPr id="91" name="TextBox 90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ENTERPRISE MULTI-LAYER ARCHITECTURE:</a:t>
            </a:r>
            <a:br/>
            <a:br/>
            <a:r>
              <a:t>1. Presentation Layer: HTML5 Semantic Structure, Custom Glassmorphism CSS Tokens, ES6+ Vanilla JavaScript Modules.</a:t>
            </a:r>
            <a:br/>
            <a:r>
              <a:t>2. Visualization Layer: D3.js v7 (Force Link Graphs &amp; Weekly Heatmaps), Chart.js v4, Leaflet.js, Lucide Icons.</a:t>
            </a:r>
            <a:br/>
            <a:r>
              <a:t>3. Serverless Cloud Layer: Zoho Catalyst Web Client App Hosting (client/ folder architecture with catalyst.json).</a:t>
            </a:r>
            <a:br/>
            <a:r>
              <a:t>4. Quality Assurance Layer: Playwright End-to-End Automated Browser Testing across Dark/Light themes and EN/KN modes.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  <p:sp>
        <p:nvSpPr>
          <p:cNvPr id="97" name="TextBox 9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• Frontend Stack: HTML5, ES6+ Vanilla JavaScript, Custom Glassmorphism CSS Token System.</a:t>
            </a:r>
            <a:br/>
            <a:r>
              <a:t>• Data Visualization: D3.js v7 (Force-Directed Criminal Graphs &amp; Interactive Weekly Heatmaps), Lucide Icons.</a:t>
            </a:r>
            <a:br/>
            <a:r>
              <a:t>• Serverless Cloud Hosting: Zoho Catalyst App Hosting (Deployed via zcatalyst-cli).</a:t>
            </a:r>
            <a:br/>
            <a:r>
              <a:t>• Automated Testing: Playwright E2E Browser Testing across Dark &amp; Light themes in EN &amp; KN languages.</a:t>
            </a:r>
            <a:br/>
            <a:r>
              <a:t>• Performance: Zero heavy framework overhead, 60 FPS graph animation, 100% client-side execution capability.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  <p:sp>
        <p:nvSpPr>
          <p:cNvPr id="103" name="TextBox 10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ZOHO CATALYST SERVICES UTILIZED:</a:t>
            </a:r>
            <a:br/>
            <a:br/>
            <a:r>
              <a:t>1. Catalyst App Hosting (Web Client): Hosts the static web application client (client/ source directory configured in catalyst.json).</a:t>
            </a:r>
            <a:br/>
            <a:r>
              <a:t>2. Catalyst Serverless Infrastructure: Provides ultra-fast static file distribution, SSL encryption, and zero server maintenance overhead.</a:t>
            </a:r>
            <a:br/>
            <a:r>
              <a:t>3. Catalyst CLI (zcatalyst-cli): Manages project initialization, environment configuration, and seamless production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  <p:sp>
        <p:nvSpPr>
          <p:cNvPr id="109" name="TextBox 108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FEASIBILITY &amp; COST STRUCTURE:</a:t>
            </a:r>
            <a:br/>
            <a:br/>
            <a:r>
              <a:t>• Development &amp; Software Licenses: ₹0 — Built entirely with open-source web technologies (ES6+ JS, D3.js v7, Lucide Icons).</a:t>
            </a:r>
            <a:br/>
            <a:r>
              <a:t>• Cloud Infrastructure &amp; Hosting: $0 Baseline — Deployed on Zoho Catalyst Serverless Free Tier / Pay-As-You-Go compute model.</a:t>
            </a:r>
            <a:br/>
            <a:r>
              <a:t>• Hardware Maintenance: ₹0 — Zero dedicated server hardware or database instance maintenance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  <p:sp>
        <p:nvSpPr>
          <p:cNvPr id="115" name="TextBox 114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PROTOTYPE VERIFIED MODULES:</a:t>
            </a:r>
            <a:br/>
            <a:br/>
            <a:r>
              <a:t>1. Intelligence Dashboard: Real-time KPI cards, AI anomaly alert banners, monthly trends, and district hotspot charts.</a:t>
            </a:r>
            <a:br/>
            <a:r>
              <a:t>2. Network Intel Graph: D3 force-directed link graph, kingpin centrality cards, and Pathfinder shortest link tracer.</a:t>
            </a:r>
            <a:br/>
            <a:r>
              <a:t>3. Temporal Crime Pulse: Weekly rhythm heatmap and 12-hour AM/PM peak crime window forecast cards.</a:t>
            </a:r>
            <a:br/>
            <a:r>
              <a:t>4. AI Assistant: Natural language queries in English &amp; Kannada with voice support.</a:t>
            </a:r>
            <a:br/>
            <a:r>
              <a:t>5. Intelligence Briefings: Confidential police briefing document with 4 interactive tabs and 1-click PDF export.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  <p:sp>
        <p:nvSpPr>
          <p:cNvPr id="121" name="TextBox 120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EMPIRICAL PERFORMANCE BENCHMARKS:</a:t>
            </a:r>
            <a:br/>
            <a:br/>
            <a:r>
              <a:t>• Graph Animation FPS: 60 FPS smooth physics simulation for 300+ accused nodes and 75+ FIR edges.</a:t>
            </a:r>
            <a:br/>
            <a:r>
              <a:t>• Initial Page Load Speed: &lt; 0.8 seconds total initial load time on Zoho Catalyst serverless CDN.</a:t>
            </a:r>
            <a:br/>
            <a:r>
              <a:t>• Transliteration Speed: &lt; 5 ms client-side execution time for word-by-word Kannada name transliteration.</a:t>
            </a:r>
            <a:br/>
            <a:r>
              <a:t>• Playwright E2E Tests: 100% Pass Rate across Light/Dark themes and English/Kannada script modes.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  <p:sp>
        <p:nvSpPr>
          <p:cNvPr id="127" name="TextBox 126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OFFICIAL SUBMISSION VERIFICATION LINKS:</a:t>
            </a:r>
            <a:br/>
            <a:br/>
            <a:r>
              <a:t>• GitHub Public Repository:</a:t>
            </a:r>
            <a:br/>
            <a:r>
              <a:t>  https://github.com/ramanathanmani/NeuralKSP</a:t>
            </a:r>
            <a:br/>
            <a:br/>
            <a:r>
              <a:t>• Deployed Link (Zoho Catalyst Production):</a:t>
            </a:r>
            <a:br/>
            <a:r>
              <a:t>  https://datathon-60080173971.development.catalystserverless.in/app/index.html</a:t>
            </a:r>
            <a:br/>
            <a:br/>
            <a:r>
              <a:t>• Demo Video Link (3 Minutes):</a:t>
            </a:r>
            <a:br/>
            <a:r>
              <a:t>  https://github.com/ramanathanmani/NeuralKSP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  <p:sp>
        <p:nvSpPr>
          <p:cNvPr id="133" name="TextBox 13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PHASED DEVELOPMENT STRATEGY:</a:t>
            </a:r>
            <a:br/>
            <a:br/>
            <a:r>
              <a:t>• Phase 1 (Achieved): Bilingual D3 network graph, 12-hour peak crime window forecasting, automated briefings &amp; Zoho Catalyst deployment.</a:t>
            </a:r>
            <a:br/>
            <a:r>
              <a:t>• Phase 2 (Next Milestone): CCTV Facial Recognition Feed integration &amp; Voice-to-FIR Audio Transcription in Kannada.</a:t>
            </a:r>
            <a:br/>
            <a:r>
              <a:t>• Phase 3 (Statewide Rollout): Integration with State Crime Records Bureau (SCRB) live database feeds across all 31 districts of Karnataka.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Blank slide</a:t>
            </a:r>
            <a:endParaRPr b="1" sz="1800"/>
          </a:p>
        </p:txBody>
      </p:sp>
      <p:sp>
        <p:nvSpPr>
          <p:cNvPr id="139" name="TextBox 138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SUMMARY &amp; CONCLUSION:</a:t>
            </a:r>
            <a:br/>
            <a:br/>
            <a:r>
              <a:t>NeuralKSP successfully bridges the gap between static FIR databases and actionable field intelligence for the Karnataka State Police.</a:t>
            </a:r>
            <a:br/>
            <a:br/>
            <a:r>
              <a:t>Key Highlights:</a:t>
            </a:r>
            <a:br/>
            <a:r>
              <a:t>• 95% faster criminal network link analysis.</a:t>
            </a:r>
            <a:br/>
            <a:r>
              <a:t>• 100% native bilingual support in Kannada script for beat constables.</a:t>
            </a:r>
            <a:br/>
            <a:r>
              <a:t>• Deployed live on Zoho Catalyst serverless hosting for maximum security, speed, and scalability.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TextBox 14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THANK YOU!</a:t>
            </a:r>
            <a:br/>
            <a:br/>
            <a:r>
              <a:t>Karnataka State Police &amp; Hack2Skill Team</a:t>
            </a:r>
            <a:br/>
            <a:br/>
            <a:r>
              <a:t>NeuralKSP — Empowering Law Enforcement through AI &amp; Predictive Intelligence.</a:t>
            </a:r>
            <a:br/>
            <a:br/>
            <a:r>
              <a:t>Live Catalyst URL: https://datathon-60080173971.development.catalystserverless.in/app/index.html</a:t>
            </a:r>
            <a:br/>
            <a:r>
              <a:t>GitHub Repository: https://github.com/ramanathanmani/NeuralKSP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