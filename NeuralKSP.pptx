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74" r:id="rId15"/>
    <p:sldId id="275" r:id="rId16"/>
    <p:sldId id="267" r:id="rId17"/>
    <p:sldId id="268" r:id="rId18"/>
    <p:sldId id="269" r:id="rId19"/>
    <p:sldId id="270" r:id="rId20"/>
    <p:sldId id="271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0" y="3154679"/>
            <a:ext cx="89382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Team Name: </a:t>
            </a:r>
            <a:r>
              <a:rPr dirty="0" err="1"/>
              <a:t>NeuralKSP</a:t>
            </a:r>
            <a:r>
              <a:rPr dirty="0"/>
              <a:t> Team</a:t>
            </a:r>
          </a:p>
          <a:p>
            <a:r>
              <a:rPr b="1" dirty="0"/>
              <a:t>Team Leader Name</a:t>
            </a:r>
            <a:r>
              <a:rPr dirty="0"/>
              <a:t>: </a:t>
            </a:r>
            <a:r>
              <a:rPr lang="en-IN" b="1" dirty="0"/>
              <a:t>NITIN NARAYAN A L </a:t>
            </a:r>
            <a:r>
              <a:rPr lang="en-IN" i="1" dirty="0"/>
              <a:t>(</a:t>
            </a:r>
            <a:endParaRPr dirty="0"/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Team Size: 4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Problem Statement: </a:t>
            </a:r>
            <a:r>
              <a:rPr dirty="0" err="1"/>
              <a:t>NeuralKSP</a:t>
            </a:r>
            <a:r>
              <a:rPr dirty="0"/>
              <a:t> — AI-Powered Criminal Intelligence &amp; Predictive Policing Platform for Karnataka State Police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rPr dirty="0"/>
              <a:t>Live Production URL: https://datathon-60080173971.development.catalystserverless.in/app/index.html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49985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/>
              <a:t>Brief about the solution</a:t>
            </a:r>
            <a:endParaRPr sz="16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318650" y="891054"/>
            <a:ext cx="8726290" cy="4252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 err="1"/>
              <a:t>NeuralKSP</a:t>
            </a:r>
            <a:r>
              <a:rPr dirty="0"/>
              <a:t> is an integrated web-based criminal intelligence platform designed for the Karnataka State Police (KSP) and State Crime Records Bureau (SCRB).</a:t>
            </a:r>
            <a:br>
              <a:rPr dirty="0"/>
            </a:b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Key Platform Capabilities:</a:t>
            </a:r>
            <a:br>
              <a:rPr dirty="0"/>
            </a:b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• D3.js 60 FPS Criminal Network Link Graph: Interactive graph mapping 300+ accused nodes and 75+ FIR edges across districts.</a:t>
            </a:r>
            <a:br>
              <a:rPr dirty="0"/>
            </a:b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• Kingpin Centrality Scoring: Automatically highlights criminal ringleaders (Rekha Naik, Basavaraj Kumar).</a:t>
            </a:r>
            <a:br>
              <a:rPr dirty="0"/>
            </a:b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• Pathfinder Link Connection Tracer: Calculates shortest connection paths between any selected suspects.</a:t>
            </a:r>
            <a:br>
              <a:rPr dirty="0"/>
            </a:b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• Predictive Crime Pulse Engine: 12-Hour AM/PM peak crime window forecasting (8:00 PM – 11:00 PM) with patrol force allocation.</a:t>
            </a:r>
            <a:br>
              <a:rPr dirty="0"/>
            </a:b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• Automated Station Briefings: Official confidential police briefings with 4 interactive tabs and 1-click PDF export.</a:t>
            </a:r>
            <a:br>
              <a:rPr dirty="0"/>
            </a:b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• 100% Native Kannada Support (</a:t>
            </a:r>
            <a:r>
              <a:rPr dirty="0" err="1"/>
              <a:t>ಕನ್ನಡ</a:t>
            </a:r>
            <a:r>
              <a:rPr dirty="0"/>
              <a:t>): Transliterates all suspect names (</a:t>
            </a:r>
            <a:r>
              <a:rPr dirty="0" err="1"/>
              <a:t>ವೆಂಕಟೇಶ್</a:t>
            </a:r>
            <a:r>
              <a:rPr dirty="0"/>
              <a:t> </a:t>
            </a:r>
            <a:r>
              <a:rPr dirty="0" err="1"/>
              <a:t>ಗೌಡ</a:t>
            </a:r>
            <a:r>
              <a:rPr dirty="0"/>
              <a:t>), districts, tables, and alert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TextBox 66"/>
          <p:cNvSpPr txBox="1"/>
          <p:nvPr/>
        </p:nvSpPr>
        <p:spPr>
          <a:xfrm>
            <a:off x="419100" y="1264920"/>
            <a:ext cx="83058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• How different is it from existing ideas?</a:t>
            </a:r>
            <a:br>
              <a:rPr dirty="0"/>
            </a:br>
            <a:r>
              <a:rPr dirty="0"/>
              <a:t>Unlike static database lookup interfaces, </a:t>
            </a:r>
            <a:r>
              <a:rPr dirty="0" err="1"/>
              <a:t>NeuralKSP</a:t>
            </a:r>
            <a:r>
              <a:rPr dirty="0"/>
              <a:t> provides automated multi-hop criminal network link tracing, degree centrality ringleader detection, and 100% native Kannada script suspect transliteration.</a:t>
            </a:r>
            <a:br>
              <a:rPr dirty="0"/>
            </a:br>
            <a:br>
              <a:rPr dirty="0"/>
            </a:br>
            <a:r>
              <a:rPr dirty="0"/>
              <a:t>• How will it solve the problem?</a:t>
            </a:r>
            <a:br>
              <a:rPr dirty="0"/>
            </a:br>
            <a:r>
              <a:rPr dirty="0"/>
              <a:t>Reduces criminal syndicate discovery time by 95%, enables beat constables to access real-time intelligence on mobile devices in native Kannada, and replaces fixed patrol shifts with predictive 12-hour peak crime window forecasts.</a:t>
            </a:r>
            <a:br>
              <a:rPr dirty="0"/>
            </a:br>
            <a:br>
              <a:rPr dirty="0"/>
            </a:br>
            <a:r>
              <a:rPr dirty="0"/>
              <a:t>• USP of the Proposed Solution:</a:t>
            </a:r>
            <a:br>
              <a:rPr dirty="0"/>
            </a:br>
            <a:r>
              <a:rPr dirty="0"/>
              <a:t>100% native bilingual English &amp; Kannada script support + Pathfinder shortest link tracer (ACC-XXXX) + Zero cloud infrastructure overhead with Zoho Catalyst serverless hosting.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List of features offered by the solution</a:t>
            </a:r>
            <a:endParaRPr sz="1800" b="1"/>
          </a:p>
        </p:txBody>
      </p:sp>
      <p:sp>
        <p:nvSpPr>
          <p:cNvPr id="73" name="TextBox 7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1. D3.js 60 FPS Criminal Network Link Graph (300+ accused nodes, 75+ FIR edges).</a:t>
            </a:r>
            <a:br/>
            <a:r>
              <a:t>2. Kingpin Degree Centrality Detection (Rekha Naik, Basavaraj Kumar).</a:t>
            </a:r>
            <a:br/>
            <a:r>
              <a:t>3. Pathfinder Shortest Link Connection Tracer between any two selected suspects.</a:t>
            </a:r>
            <a:br/>
            <a:r>
              <a:t>4. Predictive Crime Pulse with 12-Hour AM/PM Peak Crime Window Forecasting (8:00 PM – 11:00 PM).</a:t>
            </a:r>
            <a:br/>
            <a:r>
              <a:t>5. Automated Confidential Station Intelligence Briefings Generator with 1-Click PDF Export.</a:t>
            </a:r>
            <a:br/>
            <a:r>
              <a:t>6. 100% Native Kannada Script Transliteration across nodes, KPI cards, tables, and directives.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Process flow diagram or Use-case diagram</a:t>
            </a:r>
            <a:endParaRPr sz="1800" b="1"/>
          </a:p>
        </p:txBody>
      </p:sp>
      <p:sp>
        <p:nvSpPr>
          <p:cNvPr id="79" name="TextBox 78"/>
          <p:cNvSpPr txBox="1"/>
          <p:nvPr/>
        </p:nvSpPr>
        <p:spPr>
          <a:xfrm>
            <a:off x="266700" y="1409700"/>
            <a:ext cx="8580120" cy="230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SYSTEM PROCESS FLOW:</a:t>
            </a:r>
            <a:br>
              <a:rPr dirty="0"/>
            </a:br>
            <a:r>
              <a:rPr dirty="0"/>
              <a:t>[ Raw FIR Records &amp; Accused Profiles ] ➔ [ Data Processing &amp; Degree Centrality Scoring ] ➔ [ D3 Force Graph &amp; Temporal Pulse Engine ] ➔ [ Bilingual AI &amp; Briefing Generator ] ➔ [ Actionable Mobile &amp; Workstation Output ]</a:t>
            </a:r>
            <a:br>
              <a:rPr dirty="0"/>
            </a:br>
            <a:br>
              <a:rPr dirty="0"/>
            </a:br>
            <a:r>
              <a:rPr dirty="0"/>
              <a:t>USE-CASE WORKFLOW BY PERSONA:</a:t>
            </a:r>
            <a:br>
              <a:rPr dirty="0"/>
            </a:br>
            <a:r>
              <a:rPr dirty="0"/>
              <a:t>• Command Center Leadership: Monitors statewide KPI cards, high-risk syndicate alerts, and district crime concentration maps.</a:t>
            </a:r>
            <a:br>
              <a:rPr dirty="0"/>
            </a:br>
            <a:r>
              <a:rPr dirty="0"/>
              <a:t>• Police Station Inspector: Generates daily automated station briefings and schedules 12-hour AM/PM patrol shift deployments.</a:t>
            </a:r>
            <a:br>
              <a:rPr dirty="0"/>
            </a:br>
            <a:r>
              <a:rPr dirty="0"/>
              <a:t>• Beat Constable / Field Officer: Queries suspect dossiers on smartphones in native Kannada script and traces shortest link connections.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Wireframes/Mock diagrams of the proposed solution (optional)</a:t>
            </a:r>
            <a:endParaRPr sz="1800" b="1"/>
          </a:p>
        </p:txBody>
      </p:sp>
      <p:sp>
        <p:nvSpPr>
          <p:cNvPr id="85" name="TextBox 84"/>
          <p:cNvSpPr txBox="1"/>
          <p:nvPr/>
        </p:nvSpPr>
        <p:spPr>
          <a:xfrm>
            <a:off x="731520" y="1920240"/>
            <a:ext cx="80162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RESPONSIVE GLASSMORPHISM UI DESIGN SYSTEM:</a:t>
            </a:r>
            <a:br>
              <a:rPr dirty="0"/>
            </a:br>
            <a:br>
              <a:rPr dirty="0"/>
            </a:br>
            <a:r>
              <a:rPr dirty="0"/>
              <a:t>• Top Navigation Bar: Global search bar, Cyber Dark / Light theme toggle, EN/KN language toggle, &amp; Anomaly alert badge.</a:t>
            </a:r>
            <a:br>
              <a:rPr dirty="0"/>
            </a:br>
            <a:r>
              <a:rPr dirty="0"/>
              <a:t>• Responsive Mobile Drawer: Slide-out drawer with header Close button (X) and translucent backdrop overlay (backdrop-filter: blur(4px)).</a:t>
            </a:r>
            <a:br>
              <a:rPr dirty="0"/>
            </a:br>
            <a:r>
              <a:rPr dirty="0"/>
              <a:t>• Modular Grid Layout: Dynamic CSS flexbox/grid system supporting D3 graph canvas, Chart.js trends, &amp; briefing document tabs.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Architecture diagram of the proposed solution</a:t>
            </a:r>
            <a:endParaRPr sz="1800" b="1"/>
          </a:p>
        </p:txBody>
      </p:sp>
      <p:sp>
        <p:nvSpPr>
          <p:cNvPr id="91" name="TextBox 90"/>
          <p:cNvSpPr txBox="1"/>
          <p:nvPr/>
        </p:nvSpPr>
        <p:spPr>
          <a:xfrm>
            <a:off x="731520" y="1920240"/>
            <a:ext cx="80086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ENTERPRISE MULTI-LAYER ARCHITECTURE:</a:t>
            </a:r>
            <a:br>
              <a:rPr dirty="0"/>
            </a:br>
            <a:br>
              <a:rPr dirty="0"/>
            </a:br>
            <a:r>
              <a:rPr dirty="0"/>
              <a:t>1. Presentation Layer: HTML5 Semantic Structure, Custom </a:t>
            </a:r>
            <a:r>
              <a:rPr dirty="0" err="1"/>
              <a:t>Glassmorphism</a:t>
            </a:r>
            <a:r>
              <a:rPr dirty="0"/>
              <a:t> CSS Tokens, ES6+ Vanilla JavaScript Modules.</a:t>
            </a:r>
            <a:br>
              <a:rPr dirty="0"/>
            </a:br>
            <a:r>
              <a:rPr dirty="0"/>
              <a:t>2. Visualization Layer: D3.js v7 (Force Link Graphs &amp; Weekly Heatmaps), Chart.js v4, Leaflet.js, </a:t>
            </a:r>
            <a:r>
              <a:rPr dirty="0" err="1"/>
              <a:t>Lucide</a:t>
            </a:r>
            <a:r>
              <a:rPr dirty="0"/>
              <a:t> Icons.</a:t>
            </a:r>
            <a:br>
              <a:rPr dirty="0"/>
            </a:br>
            <a:r>
              <a:rPr dirty="0"/>
              <a:t>3. Serverless Cloud Layer: Zoho Catalyst Web Client App Hosting (client/ folder architecture with </a:t>
            </a:r>
            <a:r>
              <a:rPr dirty="0" err="1"/>
              <a:t>catalyst.json</a:t>
            </a:r>
            <a:r>
              <a:rPr dirty="0"/>
              <a:t>).</a:t>
            </a:r>
            <a:br>
              <a:rPr dirty="0"/>
            </a:br>
            <a:r>
              <a:rPr dirty="0"/>
              <a:t>4. Quality Assurance Layer: Playwright End-to-End Automated Browser Testing across Dark/Light themes and EN/KN modes.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Technologies to be used in the solution</a:t>
            </a:r>
            <a:endParaRPr sz="1800" b="1"/>
          </a:p>
        </p:txBody>
      </p:sp>
      <p:sp>
        <p:nvSpPr>
          <p:cNvPr id="97" name="TextBox 96"/>
          <p:cNvSpPr txBox="1"/>
          <p:nvPr/>
        </p:nvSpPr>
        <p:spPr>
          <a:xfrm>
            <a:off x="213360" y="1798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• Frontend Stack: HTML5, ES6+ Vanilla JavaScript, Custom </a:t>
            </a:r>
            <a:r>
              <a:rPr dirty="0" err="1"/>
              <a:t>Glassmorphism</a:t>
            </a:r>
            <a:r>
              <a:rPr dirty="0"/>
              <a:t> CSS Token System.</a:t>
            </a:r>
            <a:br>
              <a:rPr dirty="0"/>
            </a:br>
            <a:r>
              <a:rPr dirty="0"/>
              <a:t>• Data Visualization: D3.js v7 (Force-Directed Criminal Graphs &amp; Interactive Weekly Heatmaps), </a:t>
            </a:r>
            <a:r>
              <a:rPr dirty="0" err="1"/>
              <a:t>Lucide</a:t>
            </a:r>
            <a:r>
              <a:rPr dirty="0"/>
              <a:t> Icons.</a:t>
            </a:r>
            <a:br>
              <a:rPr dirty="0"/>
            </a:br>
            <a:r>
              <a:rPr dirty="0"/>
              <a:t>• Serverless Cloud Hosting: Zoho Catalyst App Hosting (Deployed via </a:t>
            </a:r>
            <a:r>
              <a:rPr dirty="0" err="1"/>
              <a:t>zcatalyst</a:t>
            </a:r>
            <a:r>
              <a:rPr dirty="0"/>
              <a:t>-cli).</a:t>
            </a:r>
            <a:br>
              <a:rPr dirty="0"/>
            </a:br>
            <a:r>
              <a:rPr dirty="0"/>
              <a:t>• Automated Testing: Playwright E2E Browser Testing across Dark &amp; Light themes in EN &amp; KN languages.</a:t>
            </a:r>
            <a:br>
              <a:rPr dirty="0"/>
            </a:br>
            <a:r>
              <a:rPr dirty="0"/>
              <a:t>• Performance: Zero heavy framework overhead, 60 FPS graph animation, 100% client-side execution capability.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List down Catalyst Services being used in the solution</a:t>
            </a:r>
            <a:endParaRPr sz="1800" b="1"/>
          </a:p>
        </p:txBody>
      </p:sp>
      <p:sp>
        <p:nvSpPr>
          <p:cNvPr id="103" name="TextBox 102"/>
          <p:cNvSpPr txBox="1"/>
          <p:nvPr/>
        </p:nvSpPr>
        <p:spPr>
          <a:xfrm>
            <a:off x="91440" y="1821180"/>
            <a:ext cx="89763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ZOHO CATALYST SERVICES UTILIZED:</a:t>
            </a:r>
            <a:br>
              <a:rPr dirty="0"/>
            </a:br>
            <a:br>
              <a:rPr dirty="0"/>
            </a:br>
            <a:r>
              <a:rPr dirty="0"/>
              <a:t>1. Catalyst App Hosting (Web Client): Hosts the static web application client (client/ source directory configured in </a:t>
            </a:r>
            <a:r>
              <a:rPr dirty="0" err="1"/>
              <a:t>catalyst.json</a:t>
            </a:r>
            <a:r>
              <a:rPr dirty="0"/>
              <a:t>).</a:t>
            </a:r>
            <a:br>
              <a:rPr dirty="0"/>
            </a:br>
            <a:r>
              <a:rPr dirty="0"/>
              <a:t>2. Catalyst Serverless Infrastructure: Provides ultra-fast static file distribution, SSL encryption, and zero server maintenance overhead.</a:t>
            </a:r>
            <a:br>
              <a:rPr dirty="0"/>
            </a:br>
            <a:r>
              <a:rPr dirty="0"/>
              <a:t>3. Catalyst CLI (</a:t>
            </a:r>
            <a:r>
              <a:rPr dirty="0" err="1"/>
              <a:t>zcatalyst</a:t>
            </a:r>
            <a:r>
              <a:rPr dirty="0"/>
              <a:t>-cli): Manages project initialization, environment configuration, and seamless production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Estimated implementation cost (optional)</a:t>
            </a:r>
            <a:endParaRPr sz="1800" b="1"/>
          </a:p>
        </p:txBody>
      </p:sp>
      <p:sp>
        <p:nvSpPr>
          <p:cNvPr id="109" name="TextBox 108"/>
          <p:cNvSpPr txBox="1"/>
          <p:nvPr/>
        </p:nvSpPr>
        <p:spPr>
          <a:xfrm>
            <a:off x="731520" y="1920240"/>
            <a:ext cx="76047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FEASIBILITY &amp; COST STRUCTURE:</a:t>
            </a:r>
            <a:br/>
            <a:br/>
            <a:r>
              <a:t>• Development &amp; Software Licenses: ₹0 — Built entirely with open-source web technologies (ES6+ JS, D3.js v7, Lucide Icons).</a:t>
            </a:r>
            <a:br/>
            <a:r>
              <a:t>• Cloud Infrastructure &amp; Hosting: $0 Baseline — Deployed on Zoho Catalyst Serverless Free Tier / Pay-As-You-Go compute model.</a:t>
            </a:r>
            <a:br/>
            <a:r>
              <a:t>• Hardware Maintenance: ₹0 — Zero dedicated server hardware or database instance maintenance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Snapshots of the prototype</a:t>
            </a:r>
            <a:endParaRPr sz="1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D66EAC-0F4E-541E-8CFC-BD737F497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187519"/>
            <a:ext cx="618744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C3D5-0252-DBC2-24AF-1DE560C6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CD79EF-4D92-D73F-50F6-32BD0762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79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CC06-4708-0CF3-80F1-6B92AB04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2A173-EEF8-CEA0-3547-BB1DEB71A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66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7117-38B1-7838-DBAB-FD78642A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AD24D0-A8A0-B02B-9317-4569798D4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95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712A-0764-041F-418E-87D95874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B2EE3-3784-CB8D-D2B7-0E8288D22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72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Prototype Performance report/Benchmarking</a:t>
            </a:r>
            <a:endParaRPr sz="1800" b="1"/>
          </a:p>
        </p:txBody>
      </p:sp>
      <p:sp>
        <p:nvSpPr>
          <p:cNvPr id="121" name="TextBox 120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EMPIRICAL PERFORMANCE BENCHMARKS:</a:t>
            </a:r>
            <a:br>
              <a:rPr dirty="0"/>
            </a:br>
            <a:br>
              <a:rPr dirty="0"/>
            </a:br>
            <a:r>
              <a:rPr dirty="0"/>
              <a:t>• Graph Animation FPS: 60 FPS smooth physics simulation for 300+ accused nodes and 75+ FIR edges.</a:t>
            </a:r>
            <a:br>
              <a:rPr dirty="0"/>
            </a:br>
            <a:r>
              <a:rPr dirty="0"/>
              <a:t>• Initial Page Load Speed: &lt; 0.8 seconds total initial load time on Zoho Catalyst serverless CDN.</a:t>
            </a:r>
            <a:br>
              <a:rPr dirty="0"/>
            </a:br>
            <a:r>
              <a:rPr dirty="0"/>
              <a:t>• Transliteration Speed: &lt; 5 </a:t>
            </a:r>
            <a:r>
              <a:rPr dirty="0" err="1"/>
              <a:t>ms</a:t>
            </a:r>
            <a:r>
              <a:rPr dirty="0"/>
              <a:t> client-side execution time for word-by-word Kannada name transliteration.</a:t>
            </a:r>
            <a:br>
              <a:rPr dirty="0"/>
            </a:br>
            <a:r>
              <a:rPr dirty="0"/>
              <a:t>• Playwright E2E Tests: 100% Pass Rate across Light/Dark themes and English/Kannada script modes.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-4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TextBox 126"/>
          <p:cNvSpPr txBox="1"/>
          <p:nvPr/>
        </p:nvSpPr>
        <p:spPr>
          <a:xfrm>
            <a:off x="388620" y="13792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OFFICIAL SUBMISSION VERIFICATION LINKS:</a:t>
            </a:r>
            <a:br>
              <a:rPr dirty="0"/>
            </a:br>
            <a:br>
              <a:rPr dirty="0"/>
            </a:br>
            <a:r>
              <a:rPr dirty="0"/>
              <a:t>• GitHub Public Repository:</a:t>
            </a:r>
            <a:br>
              <a:rPr dirty="0"/>
            </a:br>
            <a:r>
              <a:rPr dirty="0"/>
              <a:t>  https://github.com/ramanathanmani/NeuralKSP</a:t>
            </a:r>
            <a:br>
              <a:rPr dirty="0"/>
            </a:br>
            <a:br>
              <a:rPr dirty="0"/>
            </a:br>
            <a:r>
              <a:rPr dirty="0"/>
              <a:t>• Deployed Link (Zoho Catalyst Production):</a:t>
            </a:r>
            <a:br>
              <a:rPr dirty="0"/>
            </a:br>
            <a:r>
              <a:rPr dirty="0"/>
              <a:t>  https://datathon-60080173971.development.catalystserverless.in/app/index.html</a:t>
            </a:r>
            <a:br>
              <a:rPr dirty="0"/>
            </a:br>
            <a:br>
              <a:rPr dirty="0"/>
            </a:br>
            <a:r>
              <a:rPr dirty="0"/>
              <a:t>• Demo Video Link (3 Minutes):</a:t>
            </a:r>
            <a:br>
              <a:rPr dirty="0"/>
            </a:br>
            <a:r>
              <a:rPr dirty="0"/>
              <a:t>  https://github.com/ramanathanmani/NeuralKSP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Additional Details/Future Development (if any)</a:t>
            </a:r>
            <a:endParaRPr sz="1800" b="1"/>
          </a:p>
        </p:txBody>
      </p:sp>
      <p:sp>
        <p:nvSpPr>
          <p:cNvPr id="133" name="TextBox 132"/>
          <p:cNvSpPr txBox="1"/>
          <p:nvPr/>
        </p:nvSpPr>
        <p:spPr>
          <a:xfrm>
            <a:off x="731520" y="1920240"/>
            <a:ext cx="78105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rPr dirty="0"/>
              <a:t>PHASED DEVELOPMENT STRATEGY:</a:t>
            </a:r>
            <a:br>
              <a:rPr dirty="0"/>
            </a:br>
            <a:br>
              <a:rPr dirty="0"/>
            </a:br>
            <a:r>
              <a:rPr dirty="0"/>
              <a:t>• Phase 1 (Achieved): Bilingual D3 network graph, 12-hour peak crime window forecasting, automated briefings &amp; Zoho Catalyst deployment.</a:t>
            </a:r>
            <a:br>
              <a:rPr dirty="0"/>
            </a:br>
            <a:r>
              <a:rPr dirty="0"/>
              <a:t>• Phase 2 (Next Milestone): CCTV Facial Recognition Feed integration &amp; Voice-to-FIR Audio Transcription in Kannada.</a:t>
            </a:r>
            <a:br>
              <a:rPr dirty="0"/>
            </a:br>
            <a:r>
              <a:rPr dirty="0"/>
              <a:t>• Phase 3 (Statewide Rollout): Integration with State Crime Records Bureau (SCRB) live database feeds across all 31 districts of Karnataka.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Blank slide</a:t>
            </a:r>
            <a:endParaRPr sz="18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1308</Words>
  <Application>Microsoft Office PowerPoint</Application>
  <PresentationFormat>On-screen Show (16:9)</PresentationFormat>
  <Paragraphs>36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Ramanathan Manikandan</cp:lastModifiedBy>
  <cp:revision>1</cp:revision>
  <dcterms:modified xsi:type="dcterms:W3CDTF">2026-07-26T17:16:59Z</dcterms:modified>
</cp:coreProperties>
</file>