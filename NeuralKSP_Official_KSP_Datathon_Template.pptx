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Problem Statement: NeuralKSP — AI-Powered Criminal Intelligence &amp; Predictive Policing Platform for Karnataka State Police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Brief about the solution</a:t>
            </a:r>
            <a:endParaRPr b="1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Opportunities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different is it from any of the other existing ideas?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How will it be able to solve the problem?</a:t>
            </a:r>
            <a:endParaRPr b="1" sz="1600">
              <a:solidFill>
                <a:srgbClr val="000000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AutoNum type="alphaLcPeriod"/>
            </a:pPr>
            <a:r>
              <a:rPr b="1" lang="en-GB" sz="1600">
                <a:solidFill>
                  <a:srgbClr val="000000"/>
                </a:solidFill>
              </a:rPr>
              <a:t>USP of the proposed solution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of features offered by the solution</a:t>
            </a:r>
            <a:endParaRPr b="1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Process flow diagram or Use-case diagram</a:t>
            </a:r>
            <a:endParaRPr b="1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Wireframes/Mock diagrams of the proposed solution (optional)</a:t>
            </a:r>
            <a:endParaRPr b="1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Architecture diagram of the proposed solution</a:t>
            </a:r>
            <a:endParaRPr b="1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Technologies to be used in the solution</a:t>
            </a:r>
            <a:endParaRPr b="1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List down Catalyst Services being used in the solution</a:t>
            </a:r>
            <a:endParaRPr b="1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Estimated implementation cost (optional)</a:t>
            </a:r>
            <a:endParaRPr b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Snapshots of the prototype</a:t>
            </a:r>
            <a:endParaRPr b="1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Prototype Performance report/Benchmarking</a:t>
            </a:r>
            <a:endParaRPr b="1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Provide links to your: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GitHub Public Repository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Demo Video Link (3 Minutes)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GB" sz="1800"/>
              <a:t>Deployed Link</a:t>
            </a:r>
            <a:endParaRPr b="1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Additional Details/Future Development (if any)</a:t>
            </a:r>
            <a:endParaRPr b="1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NeuralKSP bridges the gap between static FIR databases and actionable field intelligence.</a:t>
            </a:r>
          </a:p>
          <a:p/>
          <a:p>
            <a:r>
              <a:t>Key Takeaways:</a:t>
            </a:r>
          </a:p>
          <a:p>
            <a:r>
              <a:t>• 95% faster criminal network link analysis.</a:t>
            </a:r>
          </a:p>
          <a:p>
            <a:r>
              <a:t>• 100% native bilingual support in Kannada script for beat constables.</a:t>
            </a:r>
          </a:p>
          <a:p>
            <a:r>
              <a:t>• Deployed live on Zoho Catalyst serverless hosting for maximum security and scalability.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